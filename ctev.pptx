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2" r:id="rId2"/>
    <p:sldId id="364" r:id="rId3"/>
    <p:sldId id="363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8C3297-1A60-BE9F-737A-9752B2F52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BEFORE CORRECTION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4A6CFED-322C-D025-B385-DC3B6BF6683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20044" y="1417638"/>
            <a:ext cx="4040446" cy="5167252"/>
          </a:xfr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EEDE1000-3053-CBDD-2DF3-B613B9DD49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391146" y="1417639"/>
            <a:ext cx="3458498" cy="5167252"/>
          </a:xfrm>
        </p:spPr>
      </p:pic>
    </p:spTree>
    <p:extLst>
      <p:ext uri="{BB962C8B-B14F-4D97-AF65-F5344CB8AC3E}">
        <p14:creationId xmlns:p14="http://schemas.microsoft.com/office/powerpoint/2010/main" val="2482925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E6B37-7DF7-7551-6672-4E4932EE2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SERIAL CASTING AND DB SPLINT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3F66D30-7575-8EAC-F8CE-42EC5FEAAD7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2103" t="2193" r="-4733" b="19757"/>
          <a:stretch>
            <a:fillRect/>
          </a:stretch>
        </p:blipFill>
        <p:spPr>
          <a:xfrm>
            <a:off x="457200" y="1417638"/>
            <a:ext cx="3552722" cy="5329083"/>
          </a:xfr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9E55E3E-72B1-84CF-240B-2F8B481CA1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166418" y="2163097"/>
            <a:ext cx="4861849" cy="3923071"/>
          </a:xfrm>
        </p:spPr>
      </p:pic>
    </p:spTree>
    <p:extLst>
      <p:ext uri="{BB962C8B-B14F-4D97-AF65-F5344CB8AC3E}">
        <p14:creationId xmlns:p14="http://schemas.microsoft.com/office/powerpoint/2010/main" val="2639870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82C79-34E3-CECB-5334-816A79976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AFTER CORRECTION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558F7F-6A31-CC9D-57E8-3DEADE2C3F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1565044"/>
            <a:ext cx="3969717" cy="5292956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6AF6348-F2B3-A881-185E-D95B6B411B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572000" y="1565044"/>
            <a:ext cx="3969717" cy="5292957"/>
          </a:xfrm>
        </p:spPr>
      </p:pic>
    </p:spTree>
    <p:extLst>
      <p:ext uri="{BB962C8B-B14F-4D97-AF65-F5344CB8AC3E}">
        <p14:creationId xmlns:p14="http://schemas.microsoft.com/office/powerpoint/2010/main" val="2590364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9</Words>
  <Application>Microsoft Office PowerPoint</Application>
  <PresentationFormat>On-screen Show (4:3)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BEFORE CORRECTION</vt:lpstr>
      <vt:lpstr>SERIAL CASTING AND DB SPLINT</vt:lpstr>
      <vt:lpstr>AFTER CORRECTION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sonal kumar</dc:creator>
  <cp:keywords/>
  <dc:description>generated using python-pptx</dc:description>
  <cp:lastModifiedBy>Thanushree R D</cp:lastModifiedBy>
  <cp:revision>6</cp:revision>
  <dcterms:created xsi:type="dcterms:W3CDTF">2013-01-27T09:14:16Z</dcterms:created>
  <dcterms:modified xsi:type="dcterms:W3CDTF">2026-02-26T14:34:06Z</dcterms:modified>
  <cp:category/>
</cp:coreProperties>
</file>